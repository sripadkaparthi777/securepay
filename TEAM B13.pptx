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339" r:id="rId3"/>
    <p:sldId id="340" r:id="rId4"/>
    <p:sldId id="373" r:id="rId5"/>
    <p:sldId id="374" r:id="rId6"/>
    <p:sldId id="375" r:id="rId7"/>
    <p:sldId id="378" r:id="rId8"/>
    <p:sldId id="377" r:id="rId9"/>
    <p:sldId id="379" r:id="rId10"/>
    <p:sldId id="338" r:id="rId11"/>
    <p:sldId id="33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432FF"/>
    <a:srgbClr val="D5FC79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7AA842-204D-486A-A450-0225BDF0AAA1}" v="34" dt="2023-11-08T18:50:27.9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75" d="100"/>
          <a:sy n="75" d="100"/>
        </p:scale>
        <p:origin x="1560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288" y="323021"/>
            <a:ext cx="4332307" cy="216262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accent2"/>
                </a:solidFill>
                <a:latin typeface="Copperplate Gothic Bold" panose="020E0705020206020404" pitchFamily="34" charset="0"/>
              </a:rPr>
              <a:t> TITLE: Api security testing for </a:t>
            </a:r>
            <a:r>
              <a:rPr lang="en-US" sz="2800" b="1">
                <a:solidFill>
                  <a:schemeClr val="accent2"/>
                </a:solidFill>
                <a:latin typeface="Copperplate Gothic Bold" panose="020E0705020206020404" pitchFamily="34" charset="0"/>
              </a:rPr>
              <a:t>payment applications</a:t>
            </a:r>
            <a:endParaRPr lang="en-US" sz="2800" b="1" dirty="0">
              <a:solidFill>
                <a:schemeClr val="accent2"/>
              </a:solidFill>
              <a:latin typeface="Copperplate Gothic Bold" panose="020E07050202060204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893671"/>
            <a:ext cx="4235116" cy="2446704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  Name                               </a:t>
            </a:r>
            <a:r>
              <a:rPr lang="en-US" sz="2000" b="1" dirty="0" err="1">
                <a:solidFill>
                  <a:srgbClr val="92D050"/>
                </a:solidFill>
                <a:latin typeface="Copperplate Gothic Bold" panose="020E0705020206020404" pitchFamily="34" charset="0"/>
              </a:rPr>
              <a:t>Reg.No</a:t>
            </a:r>
            <a:endParaRPr lang="en-US" sz="2000" b="1" dirty="0">
              <a:solidFill>
                <a:srgbClr val="92D050"/>
              </a:solidFill>
              <a:latin typeface="Copperplate Gothic Bold" panose="020E0705020206020404" pitchFamily="34" charset="0"/>
            </a:endParaRPr>
          </a:p>
          <a:p>
            <a:pPr algn="l"/>
            <a:r>
              <a:rPr lang="en-US" sz="20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1 </a:t>
            </a:r>
            <a:r>
              <a:rPr lang="en-US" sz="2000" b="1" dirty="0" err="1">
                <a:solidFill>
                  <a:srgbClr val="92D050"/>
                </a:solidFill>
                <a:latin typeface="Copperplate Gothic Bold" panose="020E0705020206020404" pitchFamily="34" charset="0"/>
              </a:rPr>
              <a:t>K.Sripad</a:t>
            </a:r>
            <a:r>
              <a:rPr lang="en-US" sz="20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	       </a:t>
            </a:r>
            <a:r>
              <a:rPr lang="en-US" sz="18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23k91a6780</a:t>
            </a:r>
            <a:endParaRPr lang="en-US" sz="2000" b="1" dirty="0">
              <a:solidFill>
                <a:srgbClr val="92D050"/>
              </a:solidFill>
              <a:latin typeface="Copperplate Gothic Bold" panose="020E0705020206020404" pitchFamily="34" charset="0"/>
            </a:endParaRPr>
          </a:p>
          <a:p>
            <a:pPr algn="l"/>
            <a:r>
              <a:rPr lang="en-US" sz="20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2 </a:t>
            </a:r>
            <a:r>
              <a:rPr lang="en-US" sz="1800" b="1" dirty="0" err="1">
                <a:solidFill>
                  <a:srgbClr val="92D050"/>
                </a:solidFill>
                <a:latin typeface="Copperplate Gothic Bold" panose="020E0705020206020404" pitchFamily="34" charset="0"/>
              </a:rPr>
              <a:t>K.</a:t>
            </a:r>
            <a:r>
              <a:rPr lang="en-US" sz="1600" b="1" dirty="0" err="1">
                <a:solidFill>
                  <a:srgbClr val="92D050"/>
                </a:solidFill>
                <a:latin typeface="Copperplate Gothic Bold" panose="020E0705020206020404" pitchFamily="34" charset="0"/>
              </a:rPr>
              <a:t>Sowmya</a:t>
            </a:r>
            <a:r>
              <a:rPr lang="en-US" sz="18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               23k91a6786      </a:t>
            </a:r>
          </a:p>
          <a:p>
            <a:pPr algn="l"/>
            <a:r>
              <a:rPr lang="en-US" sz="18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3 </a:t>
            </a:r>
            <a:r>
              <a:rPr lang="en-US" sz="1800" b="1" dirty="0" err="1">
                <a:solidFill>
                  <a:srgbClr val="92D050"/>
                </a:solidFill>
                <a:latin typeface="Copperplate Gothic Bold" panose="020E0705020206020404" pitchFamily="34" charset="0"/>
              </a:rPr>
              <a:t>N.Sidhartha</a:t>
            </a:r>
            <a:r>
              <a:rPr lang="en-US" sz="18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        23K95A6710</a:t>
            </a:r>
          </a:p>
          <a:p>
            <a:pPr algn="l"/>
            <a:r>
              <a:rPr lang="en-US" sz="18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4 </a:t>
            </a:r>
            <a:r>
              <a:rPr lang="en-US" sz="1800" b="1" dirty="0" err="1">
                <a:solidFill>
                  <a:srgbClr val="92D050"/>
                </a:solidFill>
                <a:latin typeface="Copperplate Gothic Bold" panose="020E0705020206020404" pitchFamily="34" charset="0"/>
              </a:rPr>
              <a:t>K.Sathish</a:t>
            </a:r>
            <a:r>
              <a:rPr lang="en-US" sz="1800" b="1" dirty="0">
                <a:solidFill>
                  <a:srgbClr val="92D050"/>
                </a:solidFill>
                <a:latin typeface="Copperplate Gothic Bold" panose="020E0705020206020404" pitchFamily="34" charset="0"/>
              </a:rPr>
              <a:t>              23K91A6792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D3A235-9A1B-814A-A45F-231E09344964}" type="slidenum">
              <a:rPr lang="en-US">
                <a:solidFill>
                  <a:srgbClr val="595959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595959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1754406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042" y="5340375"/>
            <a:ext cx="4027990" cy="10159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</a:t>
            </a:r>
          </a:p>
          <a:p>
            <a:pPr algn="ctr"/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 MS. T. Jyothi </a:t>
            </a:r>
          </a:p>
        </p:txBody>
      </p:sp>
    </p:spTree>
    <p:extLst>
      <p:ext uri="{BB962C8B-B14F-4D97-AF65-F5344CB8AC3E}">
        <p14:creationId xmlns:p14="http://schemas.microsoft.com/office/powerpoint/2010/main" val="222851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2036404"/>
            <a:ext cx="10515600" cy="3340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UPI and digital payment applications rely on APIs for secure communication between users, banks, and payment services. As digital payments grow, these APIs become major targets for cyberattacks.</a:t>
            </a:r>
          </a:p>
          <a:p>
            <a:pPr lvl="0"/>
            <a:r>
              <a:rPr lang="en-IN" sz="2400" dirty="0"/>
              <a:t>Existing API security testing is largely manual and requires technical expertise to identify vulnerabilities. This makes the testing process time-consuming and less accessible for developers.</a:t>
            </a:r>
          </a:p>
          <a:p>
            <a:pPr lvl="0"/>
            <a:r>
              <a:rPr lang="en-IN" sz="2400" dirty="0"/>
              <a:t>The proposed system automates API security testing using the OWASP API Security Top 10 framework. It also simulates replay attacks, duplicate payments, and amount-manipulation attacks.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274820" y="1199894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907666" y="819218"/>
            <a:ext cx="2048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  <a:sym typeface="Bodoni SvtyTwo ITC TT-Book"/>
              </a:rPr>
              <a:t>ABSTRACT</a:t>
            </a:r>
            <a:endParaRPr lang="en-US" sz="2000" b="1" dirty="0">
              <a:solidFill>
                <a:srgbClr val="002060"/>
              </a:solidFill>
              <a:latin typeface="Copperplate Gothic Bold" pitchFamily="34" charset="0"/>
            </a:endParaRPr>
          </a:p>
          <a:p>
            <a:pPr algn="ctr"/>
            <a:endParaRPr lang="en-US" sz="2000" u="sng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27104"/>
            <a:ext cx="10744200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Provides an </a:t>
            </a:r>
            <a:r>
              <a:rPr lang="en-IN" sz="2400" b="1" dirty="0"/>
              <a:t>automated API security testing system</a:t>
            </a:r>
            <a:r>
              <a:rPr lang="en-IN" sz="2400" dirty="0"/>
              <a:t> for UPI and digital payment applications.</a:t>
            </a:r>
          </a:p>
          <a:p>
            <a:r>
              <a:rPr lang="en-IN" sz="2400" dirty="0"/>
              <a:t>Detects common vulnerabilities such as </a:t>
            </a:r>
            <a:r>
              <a:rPr lang="en-IN" sz="2400" b="1" dirty="0"/>
              <a:t>broken authentication, BOLA/IDOR, injection, excessive data exposure, and rate-limiting weaknesses</a:t>
            </a:r>
            <a:r>
              <a:rPr lang="en-IN" sz="2400" dirty="0"/>
              <a:t>.</a:t>
            </a:r>
          </a:p>
          <a:p>
            <a:r>
              <a:rPr lang="en-IN" sz="2400" dirty="0"/>
              <a:t>Simulates </a:t>
            </a:r>
            <a:r>
              <a:rPr lang="en-IN" sz="2400" b="1" dirty="0"/>
              <a:t>payment-specific security attacks</a:t>
            </a:r>
            <a:r>
              <a:rPr lang="en-IN" sz="2400" dirty="0"/>
              <a:t> including negative amounts, duplicate payments, replay attacks, unauthorized transactions, and expired tokens.</a:t>
            </a:r>
          </a:p>
          <a:p>
            <a:r>
              <a:rPr lang="en-IN" sz="2400" dirty="0"/>
              <a:t>Generates a </a:t>
            </a:r>
            <a:r>
              <a:rPr lang="en-IN" sz="2400" b="1" dirty="0"/>
              <a:t>security score and detailed vulnerability report</a:t>
            </a:r>
            <a:r>
              <a:rPr lang="en-IN" sz="2400" dirty="0"/>
              <a:t> with severity levels and recommendations to improve payment API security.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909834"/>
            <a:ext cx="4678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0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27104"/>
            <a:ext cx="10515600" cy="313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API security testing for UPI and payment applications is commonly performed through </a:t>
            </a:r>
            <a:r>
              <a:rPr lang="en-IN" sz="2400" b="1" dirty="0"/>
              <a:t>manual penetration testing or separate security tools</a:t>
            </a:r>
            <a:r>
              <a:rPr lang="en-IN" sz="2400" dirty="0"/>
              <a:t>.</a:t>
            </a:r>
          </a:p>
          <a:p>
            <a:r>
              <a:rPr lang="en-IN" sz="2400" dirty="0"/>
              <a:t>Existing tools often require </a:t>
            </a:r>
            <a:r>
              <a:rPr lang="en-IN" sz="2400" b="1" dirty="0"/>
              <a:t>technical expertise, manual configuration, and significant effort</a:t>
            </a:r>
            <a:r>
              <a:rPr lang="en-IN" sz="2400" dirty="0"/>
              <a:t> to identify API vulnerabilities.</a:t>
            </a:r>
          </a:p>
          <a:p>
            <a:r>
              <a:rPr lang="en-IN" sz="2400" dirty="0"/>
              <a:t>Common security issues such as </a:t>
            </a:r>
            <a:r>
              <a:rPr lang="en-IN" sz="2400" b="1" dirty="0"/>
              <a:t>broken authentication, BOLA/IDOR, excessive data exposure, injection, and rate-limiting weaknesses</a:t>
            </a:r>
            <a:r>
              <a:rPr lang="en-IN" sz="2400" dirty="0"/>
              <a:t> may remain undetected.</a:t>
            </a:r>
          </a:p>
          <a:p>
            <a:r>
              <a:rPr lang="en-IN" sz="2400" dirty="0"/>
              <a:t>Existing approaches may not provide a </a:t>
            </a:r>
            <a:r>
              <a:rPr lang="en-IN" sz="2400" b="1" dirty="0"/>
              <a:t>payment-specific security analysis, overall security score, and consolidated vulnerability report</a:t>
            </a:r>
            <a:r>
              <a:rPr lang="en-IN" sz="2400" dirty="0"/>
              <a:t> for developers. 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909834"/>
            <a:ext cx="4678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0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 of  Existing  system</a:t>
            </a:r>
          </a:p>
          <a:p>
            <a:pPr algn="ctr"/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723879"/>
            <a:ext cx="10515600" cy="28038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Manual API security testing increases </a:t>
            </a:r>
            <a:r>
              <a:rPr lang="en-IN" sz="2400" b="1" dirty="0"/>
              <a:t>testing effort and processing time</a:t>
            </a:r>
            <a:r>
              <a:rPr lang="en-IN" sz="2400" dirty="0"/>
              <a:t>.</a:t>
            </a:r>
          </a:p>
          <a:p>
            <a:r>
              <a:rPr lang="en-IN" sz="2400" dirty="0"/>
              <a:t>Existing tools require </a:t>
            </a:r>
            <a:r>
              <a:rPr lang="en-IN" sz="2400" b="1" dirty="0"/>
              <a:t>technical expertise and manual configuration</a:t>
            </a:r>
            <a:r>
              <a:rPr lang="en-IN" sz="2400" dirty="0"/>
              <a:t> to identify vulnerabilities.</a:t>
            </a:r>
          </a:p>
          <a:p>
            <a:r>
              <a:rPr lang="en-IN" sz="2400" dirty="0"/>
              <a:t>Existing approaches may have limited coverage of </a:t>
            </a:r>
            <a:r>
              <a:rPr lang="en-IN" sz="2400" b="1" dirty="0"/>
              <a:t>payment-specific attacks and transaction security</a:t>
            </a:r>
            <a:r>
              <a:rPr lang="en-IN" sz="2400" dirty="0"/>
              <a:t>.</a:t>
            </a:r>
          </a:p>
          <a:p>
            <a:r>
              <a:rPr lang="en-IN" sz="2400" dirty="0"/>
              <a:t>Some tools lack a </a:t>
            </a:r>
            <a:r>
              <a:rPr lang="en-IN" sz="2400" b="1" dirty="0"/>
              <a:t>simple security score and consolidated report</a:t>
            </a:r>
            <a:r>
              <a:rPr lang="en-IN" sz="2400" dirty="0"/>
              <a:t>, making it difficult to quickly assess API security. 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909834"/>
            <a:ext cx="4678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0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27104"/>
            <a:ext cx="10515600" cy="3136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The proposed system is an </a:t>
            </a:r>
            <a:r>
              <a:rPr lang="en-IN" sz="2400" b="1" dirty="0"/>
              <a:t>automated API security testing tool</a:t>
            </a:r>
            <a:r>
              <a:rPr lang="en-IN" sz="2400" dirty="0"/>
              <a:t> for UPI and payment applications.</a:t>
            </a:r>
          </a:p>
          <a:p>
            <a:r>
              <a:rPr lang="en-IN" sz="2400" dirty="0"/>
              <a:t>It scans REST API endpoints to identify </a:t>
            </a:r>
            <a:r>
              <a:rPr lang="en-IN" sz="2400" b="1" dirty="0"/>
              <a:t>broken authentication, unauthorized access, excessive data exposure, rate-limit issues, and injection attacks</a:t>
            </a:r>
            <a:r>
              <a:rPr lang="en-IN" sz="2400" dirty="0"/>
              <a:t>.</a:t>
            </a:r>
          </a:p>
          <a:p>
            <a:r>
              <a:rPr lang="en-IN" sz="2400" dirty="0"/>
              <a:t>The system automatically </a:t>
            </a:r>
            <a:r>
              <a:rPr lang="en-IN" sz="2400" dirty="0" err="1"/>
              <a:t>analyzes</a:t>
            </a:r>
            <a:r>
              <a:rPr lang="en-IN" sz="2400" dirty="0"/>
              <a:t> API requests and responses, identifies vulnerabilities, and </a:t>
            </a:r>
            <a:r>
              <a:rPr lang="en-IN" sz="2400" b="1" dirty="0"/>
              <a:t>assigns severity levels</a:t>
            </a:r>
            <a:r>
              <a:rPr lang="en-IN" sz="2400" dirty="0"/>
              <a:t>.</a:t>
            </a:r>
          </a:p>
          <a:p>
            <a:r>
              <a:rPr lang="en-IN" sz="2400" dirty="0"/>
              <a:t>It generates an </a:t>
            </a:r>
            <a:r>
              <a:rPr lang="en-IN" sz="2400" b="1" dirty="0"/>
              <a:t>overall API security score and detailed security report</a:t>
            </a:r>
            <a:r>
              <a:rPr lang="en-IN" sz="2400" dirty="0"/>
              <a:t> with recommendations to fix detected vulnerabilities.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CC03-66A8-B2D2-B977-A874EDEE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628AC9-2F18-241F-0DA5-B59A9C427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066" y="810228"/>
            <a:ext cx="9525964" cy="53667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FC73C-F002-93F7-A9AA-FFAD6121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24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967CA-F67F-10FC-F0F0-8D298FC5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400" dirty="0">
                <a:latin typeface="Copperplate Gothic Bold" panose="020E0705020206020404" pitchFamily="34" charset="0"/>
              </a:rPr>
              <a:t>METHODOLODY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48247-D88F-540C-2A6E-32321FEBD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261"/>
            <a:ext cx="10515600" cy="4741702"/>
          </a:xfrm>
        </p:spPr>
        <p:txBody>
          <a:bodyPr>
            <a:normAutofit/>
          </a:bodyPr>
          <a:lstStyle/>
          <a:p>
            <a:r>
              <a:rPr lang="en-IN" sz="2400" b="1" dirty="0"/>
              <a:t>API Preparation:</a:t>
            </a:r>
            <a:r>
              <a:rPr lang="en-IN" sz="2400" dirty="0"/>
              <a:t> Create a dummy UPI/payment application with REST APIs for login, transactions, balance, and refunds.</a:t>
            </a:r>
          </a:p>
          <a:p>
            <a:r>
              <a:rPr lang="en-IN" sz="2400" b="1" dirty="0"/>
              <a:t>Security Test Generation:</a:t>
            </a:r>
            <a:r>
              <a:rPr lang="en-IN" sz="2400" dirty="0"/>
              <a:t> Generate normal and malicious API requests based on the </a:t>
            </a:r>
            <a:r>
              <a:rPr lang="en-IN" sz="2400" b="1" dirty="0"/>
              <a:t>OWASP API Security Top 10</a:t>
            </a:r>
            <a:r>
              <a:rPr lang="en-IN" sz="2400" dirty="0"/>
              <a:t> and payment-specific attack scenarios.</a:t>
            </a:r>
          </a:p>
          <a:p>
            <a:r>
              <a:rPr lang="en-IN" sz="2400" b="1" dirty="0"/>
              <a:t>Automated Testing:</a:t>
            </a:r>
            <a:r>
              <a:rPr lang="en-IN" sz="2400" dirty="0"/>
              <a:t> Execute tests for authentication, BOLA/IDOR, injection, rate limiting, replay attacks, duplicate payments, and amount manipulation.</a:t>
            </a:r>
          </a:p>
          <a:p>
            <a:r>
              <a:rPr lang="en-IN" sz="2400" b="1" dirty="0"/>
              <a:t>Analysis &amp; Reporting:</a:t>
            </a:r>
            <a:r>
              <a:rPr lang="en-IN" sz="2400" dirty="0"/>
              <a:t> </a:t>
            </a:r>
            <a:r>
              <a:rPr lang="en-IN" sz="2400" dirty="0" err="1"/>
              <a:t>Analyze</a:t>
            </a:r>
            <a:r>
              <a:rPr lang="en-IN" sz="2400" dirty="0"/>
              <a:t> API responses and transaction states, identify vulnerabilities, assign severity, calculate the security score, and generate a detailed security report with recommendations.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E8E8F-2786-3369-78C2-7AA0343B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BF62E08-BA73-7850-D167-4603A52B0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85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A0C6-978B-D2DA-2642-B196531F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894BF-AC38-FE6C-D480-F553CB6E5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HARDWARE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CF263-B5C5-780C-E7FC-F8BD5EEE8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68" y="3173412"/>
            <a:ext cx="5157787" cy="368458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Processor:</a:t>
            </a:r>
            <a:r>
              <a:rPr lang="en-IN" dirty="0"/>
              <a:t> Intel Core i5 / AMD </a:t>
            </a:r>
            <a:r>
              <a:rPr lang="en-IN" dirty="0" err="1"/>
              <a:t>Ryzen</a:t>
            </a:r>
            <a:r>
              <a:rPr lang="en-IN" dirty="0"/>
              <a:t> 5 or higher </a:t>
            </a:r>
          </a:p>
          <a:p>
            <a:pPr lvl="0"/>
            <a:r>
              <a:rPr lang="en-IN" b="1" dirty="0"/>
              <a:t>RAM:</a:t>
            </a:r>
            <a:r>
              <a:rPr lang="en-IN" dirty="0"/>
              <a:t> 8 GB minimum </a:t>
            </a:r>
          </a:p>
          <a:p>
            <a:pPr lvl="0"/>
            <a:r>
              <a:rPr lang="en-IN" b="1" dirty="0"/>
              <a:t>Storage:</a:t>
            </a:r>
            <a:r>
              <a:rPr lang="en-IN" dirty="0"/>
              <a:t> 256 GB SSD minimum </a:t>
            </a:r>
          </a:p>
          <a:p>
            <a:pPr lvl="0"/>
            <a:r>
              <a:rPr lang="en-IN" b="1" dirty="0"/>
              <a:t>Display:</a:t>
            </a:r>
            <a:r>
              <a:rPr lang="en-IN" dirty="0"/>
              <a:t> Full HD (1920 × 1080) </a:t>
            </a:r>
          </a:p>
          <a:p>
            <a:pPr lvl="0"/>
            <a:r>
              <a:rPr lang="en-IN" b="1" dirty="0"/>
              <a:t>Network:</a:t>
            </a:r>
            <a:r>
              <a:rPr lang="en-IN" dirty="0"/>
              <a:t> Wi-Fi / Ethernet Internet connection 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249B9-BCD4-287D-5CCA-6C3543345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SOFTWARE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A6EB6-1AC4-37EC-C2E2-E9ABAA3B6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7" y="3232626"/>
            <a:ext cx="5183188" cy="2229485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/>
              <a:t> </a:t>
            </a:r>
            <a:r>
              <a:rPr lang="en-IN" b="1" dirty="0"/>
              <a:t>Operating System:</a:t>
            </a:r>
            <a:r>
              <a:rPr lang="en-IN" dirty="0"/>
              <a:t> Windows 10/11 </a:t>
            </a:r>
          </a:p>
          <a:p>
            <a:pPr lvl="0"/>
            <a:r>
              <a:rPr lang="en-IN" b="1" dirty="0"/>
              <a:t>Frontend:</a:t>
            </a:r>
            <a:r>
              <a:rPr lang="en-IN" dirty="0"/>
              <a:t> React.js, HTML, CSS, JavaScript </a:t>
            </a:r>
          </a:p>
          <a:p>
            <a:pPr lvl="0"/>
            <a:r>
              <a:rPr lang="en-IN" b="1" dirty="0"/>
              <a:t>Backend:</a:t>
            </a:r>
            <a:r>
              <a:rPr lang="en-IN" dirty="0"/>
              <a:t> Java + Spring Boot </a:t>
            </a:r>
          </a:p>
          <a:p>
            <a:pPr lvl="0"/>
            <a:r>
              <a:rPr lang="en-IN" b="1" dirty="0"/>
              <a:t>AI/NLP:</a:t>
            </a:r>
            <a:r>
              <a:rPr lang="en-IN" dirty="0"/>
              <a:t> Python </a:t>
            </a:r>
          </a:p>
          <a:p>
            <a:pPr lvl="0"/>
            <a:r>
              <a:rPr lang="en-IN" b="1" dirty="0"/>
              <a:t>Database &amp; Security:</a:t>
            </a:r>
            <a:r>
              <a:rPr lang="en-IN" dirty="0"/>
              <a:t> MySQL, OWASP ZAP, Postman </a:t>
            </a:r>
          </a:p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B0E31-EE21-45A2-019F-316F2D1F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56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875795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2908" y="2255520"/>
            <a:ext cx="10670892" cy="4486733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Enhances Payment Security:</a:t>
            </a:r>
            <a:r>
              <a:rPr lang="en-IN" dirty="0"/>
              <a:t> Detects vulnerabilities in payment APIs using OWASP security standards. </a:t>
            </a:r>
          </a:p>
          <a:p>
            <a:pPr lvl="0"/>
            <a:r>
              <a:rPr lang="en-IN" b="1" dirty="0"/>
              <a:t>Automated Testing:</a:t>
            </a:r>
            <a:r>
              <a:rPr lang="en-IN" dirty="0"/>
              <a:t> Reduces manual security testing by automating API vulnerability detection. </a:t>
            </a:r>
          </a:p>
          <a:p>
            <a:pPr lvl="0"/>
            <a:r>
              <a:rPr lang="en-IN" b="1" dirty="0"/>
              <a:t>AI-Based Analysis:</a:t>
            </a:r>
            <a:r>
              <a:rPr lang="en-IN" dirty="0"/>
              <a:t> Uses AI/NLP to </a:t>
            </a:r>
            <a:r>
              <a:rPr lang="en-IN" dirty="0" err="1"/>
              <a:t>analyze</a:t>
            </a:r>
            <a:r>
              <a:rPr lang="en-IN" dirty="0"/>
              <a:t> vulnerabilities and provide understandable security insights. </a:t>
            </a:r>
          </a:p>
          <a:p>
            <a:pPr lvl="0"/>
            <a:r>
              <a:rPr lang="en-IN" b="1" dirty="0"/>
              <a:t>Improves Reliability:</a:t>
            </a:r>
            <a:r>
              <a:rPr lang="en-IN" dirty="0"/>
              <a:t> Helps developers identify and fix security issues before deployment. </a:t>
            </a:r>
          </a:p>
          <a:p>
            <a:pPr marL="0" indent="0" algn="just">
              <a:buNone/>
              <a:defRPr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770" y="3117297"/>
            <a:ext cx="6218459" cy="1767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4069047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729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Copperplate Gothic Bold</vt:lpstr>
      <vt:lpstr>Times New Roman</vt:lpstr>
      <vt:lpstr>Office Theme</vt:lpstr>
      <vt:lpstr> TITLE: Api security testing for payment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METHODOLODY</vt:lpstr>
      <vt:lpstr>SYSTEM REQUIREMENTS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sripadkaparthi7@gmail.com</cp:lastModifiedBy>
  <cp:revision>86</cp:revision>
  <dcterms:created xsi:type="dcterms:W3CDTF">2022-09-13T08:56:36Z</dcterms:created>
  <dcterms:modified xsi:type="dcterms:W3CDTF">2026-08-21T05:56:38Z</dcterms:modified>
</cp:coreProperties>
</file>